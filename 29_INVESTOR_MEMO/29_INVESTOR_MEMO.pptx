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Kubernetes-Manifests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*Kubernetes-Manifests* is a critical production infrastructure component enabling sovereign, auditable AI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